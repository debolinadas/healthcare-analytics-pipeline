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66" r:id="rId4"/>
    <p:sldId id="260" r:id="rId5"/>
    <p:sldId id="261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5C97-7885-4C6F-8023-13143555B1CF}" type="datetimeFigureOut">
              <a:rPr lang="en-IN" smtClean="0"/>
              <a:t>19-10-2024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B57D-E438-4E6D-BC81-498670B58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66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5C97-7885-4C6F-8023-13143555B1CF}" type="datetimeFigureOut">
              <a:rPr lang="en-IN" smtClean="0"/>
              <a:t>19-10-2024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B57D-E438-4E6D-BC81-498670B58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445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5C97-7885-4C6F-8023-13143555B1CF}" type="datetimeFigureOut">
              <a:rPr lang="en-IN" smtClean="0"/>
              <a:t>19-10-2024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B57D-E438-4E6D-BC81-498670B58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093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5C97-7885-4C6F-8023-13143555B1CF}" type="datetimeFigureOut">
              <a:rPr lang="en-IN" smtClean="0"/>
              <a:t>19-10-2024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B57D-E438-4E6D-BC81-498670B58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197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5C97-7885-4C6F-8023-13143555B1CF}" type="datetimeFigureOut">
              <a:rPr lang="en-IN" smtClean="0"/>
              <a:t>19-10-2024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B57D-E438-4E6D-BC81-498670B58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786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5C97-7885-4C6F-8023-13143555B1CF}" type="datetimeFigureOut">
              <a:rPr lang="en-IN" smtClean="0"/>
              <a:t>19-10-2024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B57D-E438-4E6D-BC81-498670B58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004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5C97-7885-4C6F-8023-13143555B1CF}" type="datetimeFigureOut">
              <a:rPr lang="en-IN" smtClean="0"/>
              <a:t>19-10-2024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B57D-E438-4E6D-BC81-498670B58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780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5C97-7885-4C6F-8023-13143555B1CF}" type="datetimeFigureOut">
              <a:rPr lang="en-IN" smtClean="0"/>
              <a:t>19-10-2024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B57D-E438-4E6D-BC81-498670B58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092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EAEE5C97-7885-4C6F-8023-13143555B1CF}" type="datetimeFigureOut">
              <a:rPr lang="en-IN" smtClean="0"/>
              <a:t>19-10-2024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EE17B57D-E438-4E6D-BC81-498670B58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568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5C97-7885-4C6F-8023-13143555B1CF}" type="datetimeFigureOut">
              <a:rPr lang="en-IN" smtClean="0"/>
              <a:t>19-10-2024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B57D-E438-4E6D-BC81-498670B58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217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5C97-7885-4C6F-8023-13143555B1CF}" type="datetimeFigureOut">
              <a:rPr lang="en-IN" smtClean="0"/>
              <a:t>19-10-2024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B57D-E438-4E6D-BC81-498670B58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771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5C97-7885-4C6F-8023-13143555B1CF}" type="datetimeFigureOut">
              <a:rPr lang="en-IN" smtClean="0"/>
              <a:t>19-10-2024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B57D-E438-4E6D-BC81-498670B58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200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5C97-7885-4C6F-8023-13143555B1CF}" type="datetimeFigureOut">
              <a:rPr lang="en-IN" smtClean="0"/>
              <a:t>19-10-2024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B57D-E438-4E6D-BC81-498670B58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3051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5C97-7885-4C6F-8023-13143555B1CF}" type="datetimeFigureOut">
              <a:rPr lang="en-IN" smtClean="0"/>
              <a:t>19-10-2024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B57D-E438-4E6D-BC81-498670B58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376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5C97-7885-4C6F-8023-13143555B1CF}" type="datetimeFigureOut">
              <a:rPr lang="en-IN" smtClean="0"/>
              <a:t>19-10-2024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B57D-E438-4E6D-BC81-498670B58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114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5C97-7885-4C6F-8023-13143555B1CF}" type="datetimeFigureOut">
              <a:rPr lang="en-IN" smtClean="0"/>
              <a:t>19-10-2024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B57D-E438-4E6D-BC81-498670B58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1244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5C97-7885-4C6F-8023-13143555B1CF}" type="datetimeFigureOut">
              <a:rPr lang="en-IN" smtClean="0"/>
              <a:t>19-10-2024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7B57D-E438-4E6D-BC81-498670B58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934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EAEE5C97-7885-4C6F-8023-13143555B1CF}" type="datetimeFigureOut">
              <a:rPr lang="en-IN" smtClean="0"/>
              <a:t>19-10-2024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EE17B57D-E438-4E6D-BC81-498670B58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6239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68502E2-7B8B-55D8-CF2F-9B15CC439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928" y="1896077"/>
            <a:ext cx="11783290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US" sz="2800" dirty="0"/>
              <a:t>Hospital Data Management system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(Database-Only Project)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Subtitle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Database Design and Query of data using SQL and 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688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9E42B-5FED-957F-1CCE-3FCFED725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2AA6AAD-7AE4-0CD6-DA7E-9301ADA82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628" y="293561"/>
            <a:ext cx="1086394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sz="2800" dirty="0"/>
              <a:t>Introduction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7141E2-E990-8654-D039-02872DA8E774}"/>
              </a:ext>
            </a:extLst>
          </p:cNvPr>
          <p:cNvSpPr txBox="1"/>
          <p:nvPr/>
        </p:nvSpPr>
        <p:spPr>
          <a:xfrm>
            <a:off x="633350" y="12930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Objective</a:t>
            </a:r>
            <a:r>
              <a:rPr lang="en-US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FA996F-D21D-BA26-D28A-72BBBC11892E}"/>
              </a:ext>
            </a:extLst>
          </p:cNvPr>
          <p:cNvSpPr txBox="1"/>
          <p:nvPr/>
        </p:nvSpPr>
        <p:spPr>
          <a:xfrm>
            <a:off x="2318986" y="1205776"/>
            <a:ext cx="8820728" cy="1113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Ensure all patient, doctor, appointment, and treatment information is stored in a single database..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E291B8-05A6-9829-C559-867B3B4648BC}"/>
              </a:ext>
            </a:extLst>
          </p:cNvPr>
          <p:cNvSpPr txBox="1"/>
          <p:nvPr/>
        </p:nvSpPr>
        <p:spPr>
          <a:xfrm>
            <a:off x="724063" y="5195620"/>
            <a:ext cx="7948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Tech stack</a:t>
            </a:r>
            <a:r>
              <a:rPr lang="en-US" dirty="0"/>
              <a:t>: </a:t>
            </a:r>
            <a:r>
              <a:rPr lang="en-US" dirty="0" err="1"/>
              <a:t>Mysql</a:t>
            </a:r>
            <a:r>
              <a:rPr lang="en-US" dirty="0"/>
              <a:t> workbench , SQL ,python,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2982053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9E42B-5FED-957F-1CCE-3FCFED725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2AA6AAD-7AE4-0CD6-DA7E-9301ADA82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628" y="293561"/>
            <a:ext cx="1086394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800" b="1" dirty="0"/>
              <a:t>Project Goals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7141E2-E990-8654-D039-02872DA8E774}"/>
              </a:ext>
            </a:extLst>
          </p:cNvPr>
          <p:cNvSpPr txBox="1"/>
          <p:nvPr/>
        </p:nvSpPr>
        <p:spPr>
          <a:xfrm>
            <a:off x="542965" y="2039521"/>
            <a:ext cx="11106069" cy="443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Enable healthcare providers to efficiently manage data and retrieve patient records, treatment history, and doctor availability from a single source.</a:t>
            </a:r>
          </a:p>
          <a:p>
            <a:pPr>
              <a:lnSpc>
                <a:spcPct val="200000"/>
              </a:lnSpc>
            </a:pPr>
            <a:r>
              <a:rPr lang="en-US" dirty="0"/>
              <a:t>Efficient Patient Record Management</a:t>
            </a:r>
          </a:p>
          <a:p>
            <a:pPr>
              <a:lnSpc>
                <a:spcPct val="200000"/>
              </a:lnSpc>
            </a:pPr>
            <a:r>
              <a:rPr lang="en-US" dirty="0"/>
              <a:t>Doctor Information and Scheduling</a:t>
            </a:r>
          </a:p>
          <a:p>
            <a:pPr>
              <a:lnSpc>
                <a:spcPct val="200000"/>
              </a:lnSpc>
            </a:pPr>
            <a:r>
              <a:rPr lang="en-US" dirty="0"/>
              <a:t>Appointment Scheduling and Management</a:t>
            </a:r>
          </a:p>
          <a:p>
            <a:pPr>
              <a:lnSpc>
                <a:spcPct val="200000"/>
              </a:lnSpc>
            </a:pPr>
            <a:r>
              <a:rPr lang="en-US" dirty="0"/>
              <a:t>Treatment and Diagnosis Tracking</a:t>
            </a:r>
          </a:p>
          <a:p>
            <a:pPr>
              <a:lnSpc>
                <a:spcPct val="200000"/>
              </a:lnSpc>
            </a:pPr>
            <a:r>
              <a:rPr lang="en-US" dirty="0"/>
              <a:t>Billing and Payment Tracking</a:t>
            </a:r>
          </a:p>
          <a:p>
            <a:pPr>
              <a:lnSpc>
                <a:spcPct val="200000"/>
              </a:lnSpc>
            </a:pPr>
            <a:r>
              <a:rPr lang="en-US" dirty="0"/>
              <a:t>Scalability and Flexibility</a:t>
            </a:r>
          </a:p>
        </p:txBody>
      </p:sp>
    </p:spTree>
    <p:extLst>
      <p:ext uri="{BB962C8B-B14F-4D97-AF65-F5344CB8AC3E}">
        <p14:creationId xmlns:p14="http://schemas.microsoft.com/office/powerpoint/2010/main" val="3370853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238475-A8BF-D326-AA13-035FB0937BB2}"/>
              </a:ext>
            </a:extLst>
          </p:cNvPr>
          <p:cNvSpPr txBox="1"/>
          <p:nvPr/>
        </p:nvSpPr>
        <p:spPr>
          <a:xfrm>
            <a:off x="4132193" y="133350"/>
            <a:ext cx="6743767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200" b="1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Entities in the System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6B6EF1-9167-CF81-8B64-79A66C3E50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883" r="21650" b="2"/>
          <a:stretch/>
        </p:blipFill>
        <p:spPr>
          <a:xfrm>
            <a:off x="257590" y="10"/>
            <a:ext cx="3479523" cy="6857990"/>
          </a:xfrm>
          <a:prstGeom prst="rect">
            <a:avLst/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2751FE-66E9-D900-E69F-97957106BE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439349"/>
              </p:ext>
            </p:extLst>
          </p:nvPr>
        </p:nvGraphicFramePr>
        <p:xfrm>
          <a:off x="3951941" y="2316220"/>
          <a:ext cx="8033871" cy="1913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5694">
                  <a:extLst>
                    <a:ext uri="{9D8B030D-6E8A-4147-A177-3AD203B41FA5}">
                      <a16:colId xmlns:a16="http://schemas.microsoft.com/office/drawing/2014/main" val="49855778"/>
                    </a:ext>
                  </a:extLst>
                </a:gridCol>
                <a:gridCol w="452210">
                  <a:extLst>
                    <a:ext uri="{9D8B030D-6E8A-4147-A177-3AD203B41FA5}">
                      <a16:colId xmlns:a16="http://schemas.microsoft.com/office/drawing/2014/main" val="2049675945"/>
                    </a:ext>
                  </a:extLst>
                </a:gridCol>
                <a:gridCol w="1300689">
                  <a:extLst>
                    <a:ext uri="{9D8B030D-6E8A-4147-A177-3AD203B41FA5}">
                      <a16:colId xmlns:a16="http://schemas.microsoft.com/office/drawing/2014/main" val="697988455"/>
                    </a:ext>
                  </a:extLst>
                </a:gridCol>
                <a:gridCol w="469304">
                  <a:extLst>
                    <a:ext uri="{9D8B030D-6E8A-4147-A177-3AD203B41FA5}">
                      <a16:colId xmlns:a16="http://schemas.microsoft.com/office/drawing/2014/main" val="3210064593"/>
                    </a:ext>
                  </a:extLst>
                </a:gridCol>
                <a:gridCol w="1003877">
                  <a:extLst>
                    <a:ext uri="{9D8B030D-6E8A-4147-A177-3AD203B41FA5}">
                      <a16:colId xmlns:a16="http://schemas.microsoft.com/office/drawing/2014/main" val="1499093519"/>
                    </a:ext>
                  </a:extLst>
                </a:gridCol>
                <a:gridCol w="660445">
                  <a:extLst>
                    <a:ext uri="{9D8B030D-6E8A-4147-A177-3AD203B41FA5}">
                      <a16:colId xmlns:a16="http://schemas.microsoft.com/office/drawing/2014/main" val="1024638611"/>
                    </a:ext>
                  </a:extLst>
                </a:gridCol>
                <a:gridCol w="1362849">
                  <a:extLst>
                    <a:ext uri="{9D8B030D-6E8A-4147-A177-3AD203B41FA5}">
                      <a16:colId xmlns:a16="http://schemas.microsoft.com/office/drawing/2014/main" val="2608531872"/>
                    </a:ext>
                  </a:extLst>
                </a:gridCol>
                <a:gridCol w="459980">
                  <a:extLst>
                    <a:ext uri="{9D8B030D-6E8A-4147-A177-3AD203B41FA5}">
                      <a16:colId xmlns:a16="http://schemas.microsoft.com/office/drawing/2014/main" val="3831684676"/>
                    </a:ext>
                  </a:extLst>
                </a:gridCol>
                <a:gridCol w="1138823">
                  <a:extLst>
                    <a:ext uri="{9D8B030D-6E8A-4147-A177-3AD203B41FA5}">
                      <a16:colId xmlns:a16="http://schemas.microsoft.com/office/drawing/2014/main" val="4288292257"/>
                    </a:ext>
                  </a:extLst>
                </a:gridCol>
              </a:tblGrid>
              <a:tr h="29389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Doctors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Treatments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Billing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Appointments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patients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13070212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doctor_id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treatment_id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billing_id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appointment_id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patient_id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56652827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first_name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appointment_id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treatment_id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patient_id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first_name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218805774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last_name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diagnosis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amount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doctor_id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last_name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4677451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specialty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treatment_details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payment_status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appointment_date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gender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5994004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phone_number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prescription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billing_date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appointment_time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date_of_birth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22973958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email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treatment_date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reason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phone_number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22060855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status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400730406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email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688984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3143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033684-CEC4-EDC9-EFEA-051B3A7887D4}"/>
              </a:ext>
            </a:extLst>
          </p:cNvPr>
          <p:cNvSpPr txBox="1"/>
          <p:nvPr/>
        </p:nvSpPr>
        <p:spPr>
          <a:xfrm>
            <a:off x="176001" y="6841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Database Design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A5EC1D-2A4A-4C87-288C-137A1EB7AA35}"/>
              </a:ext>
            </a:extLst>
          </p:cNvPr>
          <p:cNvSpPr txBox="1"/>
          <p:nvPr/>
        </p:nvSpPr>
        <p:spPr>
          <a:xfrm>
            <a:off x="572462" y="805000"/>
            <a:ext cx="2529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ER Diagram</a:t>
            </a:r>
            <a:r>
              <a:rPr lang="en-US" sz="2400" dirty="0"/>
              <a:t>: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E9EE3508-78DF-E823-9EA1-9BF125CCC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100" y="1266665"/>
            <a:ext cx="9812455" cy="499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21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F199A0-403E-4F85-4439-E44A814FC320}"/>
              </a:ext>
            </a:extLst>
          </p:cNvPr>
          <p:cNvSpPr txBox="1"/>
          <p:nvPr/>
        </p:nvSpPr>
        <p:spPr>
          <a:xfrm>
            <a:off x="457200" y="17456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SQL Queries for Operations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08DC62-AFFC-72E5-E461-0E729B5CC18B}"/>
              </a:ext>
            </a:extLst>
          </p:cNvPr>
          <p:cNvSpPr txBox="1"/>
          <p:nvPr/>
        </p:nvSpPr>
        <p:spPr>
          <a:xfrm>
            <a:off x="1664853" y="1786391"/>
            <a:ext cx="1000067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 Base and Table Creation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Insertion of the data into all table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Track of the appointment.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 Monitor and effectively store the patient data.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Implement the store procedure to automate the analysis of billing, appointment , treatment.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67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330563-0185-761F-D0BB-50761B975ABF}"/>
              </a:ext>
            </a:extLst>
          </p:cNvPr>
          <p:cNvSpPr txBox="1"/>
          <p:nvPr/>
        </p:nvSpPr>
        <p:spPr>
          <a:xfrm>
            <a:off x="3639127" y="2512291"/>
            <a:ext cx="39346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3329347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89</TotalTime>
  <Words>287</Words>
  <Application>Microsoft Office PowerPoint</Application>
  <PresentationFormat>Widescreen</PresentationFormat>
  <Paragraphs>105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Century Gothic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Prashant Kumar Singh</dc:creator>
  <cp:lastModifiedBy>Prashant Singh</cp:lastModifiedBy>
  <cp:revision>8</cp:revision>
  <dcterms:created xsi:type="dcterms:W3CDTF">2024-10-18T12:50:06Z</dcterms:created>
  <dcterms:modified xsi:type="dcterms:W3CDTF">2024-10-19T13:39:52Z</dcterms:modified>
</cp:coreProperties>
</file>